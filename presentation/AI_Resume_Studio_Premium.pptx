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>
              <a:alpha val="627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286000" cy="25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1F5F9"/>
                </a:solidFill>
                <a:latin typeface="Arial"/>
              </a:rPr>
              <a:t>AI Resume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B82F6"/>
                </a:solidFill>
                <a:latin typeface="Arial"/>
              </a:rPr>
              <a:t>AI-Powered Resume Builder  •  Final Year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rial"/>
              </a:rPr>
              <a:t>👤  Vansh Khandekar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rial"/>
              </a:rPr>
              <a:t>🎓  Final Year  •  B.Tech / BCA / MCA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rial"/>
              </a:rPr>
              <a:t>🏛️  [Your College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📅  Academic Year 2025–26</a:t>
            </a:r>
          </a:p>
        </p:txBody>
      </p:sp>
      <p:pic>
        <p:nvPicPr>
          <p:cNvPr id="13" name="Picture 12" descr="landing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push dir="l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Why traditional resume building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EC48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EC4899"/>
                </a:solidFill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Formatting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Word/Docs layouts break across
devices &amp; ATS parsers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2560320"/>
            <a:ext cx="914400" cy="914400"/>
          </a:xfrm>
          <a:prstGeom prst="ellipse">
            <a:avLst/>
          </a:prstGeom>
          <a:solidFill>
            <a:srgbClr val="F9731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F97316"/>
                </a:solidFill>
              </a:rP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ATS Rejection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80% of resumes are rejected by
ATS before a human ever sees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256032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8B5CF6"/>
                </a:solidFill>
              </a:rPr>
              <a:t>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Writer's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Candidates struggle to articulate
achievements professionally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0" y="256032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Time Consuming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Average resume takes 3–5 hours
to format and write properly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Arial"/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</a:rPr>
              <a:t>resumes rejected
by ATS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Arial"/>
              </a:rPr>
              <a:t>3.5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</a:rPr>
              <a:t>average time to
build a resume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Arial"/>
              </a:rPr>
              <a:t>62%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</a:rPr>
              <a:t>candidates lack
writing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Arial"/>
              </a:rPr>
              <a:t>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</a:rPr>
              <a:t>prefer AI-assisted
resume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wipe dir="r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An intelligent, AI-first approach to resume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926080" cy="25603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56032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3B82F6"/>
                </a:solidFill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Enter basic info,
education &amp;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Arial"/>
              </a:rPr>
              <a:t>───▶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2926080" cy="25603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256032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Gemini processes &amp;
enhances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Arial"/>
              </a:rPr>
              <a:t>───▶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286000"/>
            <a:ext cx="2926080" cy="25603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560320"/>
            <a:ext cx="914400" cy="914400"/>
          </a:xfrm>
          <a:prstGeom prst="ellipse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10B981"/>
                </a:solidFill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Smart Resume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ATS-optimized,
beautifully formatted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Arial"/>
              </a:rPr>
              <a:t>✨ Result: Professional, ATS-friendly resumes generated in under 2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rial"/>
              </a:rPr>
              <a:t>No design skills needed  •  No subscription required  •  100% free &amp; open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Everything you need for the perfect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28600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3B82F6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AI Content
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Google Gemini rewrites
your notes into polished,
action-oriented bullets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228600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ATS Score
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57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Real-time scoring engine
ensures your resume
passes every 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0" y="2286000"/>
            <a:ext cx="914400" cy="914400"/>
          </a:xfrm>
          <a:prstGeom prst="ellipse">
            <a:avLst/>
          </a:prstGeom>
          <a:solidFill>
            <a:srgbClr val="F9731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F97316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Instant
Formatting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Auto-adjusting layouts
with professional
typography &amp; spacing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4754880"/>
            <a:ext cx="914400" cy="914400"/>
          </a:xfrm>
          <a:prstGeom prst="ellipse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10B981"/>
                </a:solidFill>
              </a:rP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Live
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See every change
instantly rendered on
a live resume canvas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4805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475488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8B5CF6"/>
                </a:solidFill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One-Click
PDF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6126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High-resolution,
watermark-free PDF
in a single click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4805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0" y="4754880"/>
            <a:ext cx="914400" cy="914400"/>
          </a:xfrm>
          <a:prstGeom prst="ellipse">
            <a:avLst/>
          </a:prstGeom>
          <a:solidFill>
            <a:srgbClr val="EC48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EC4899"/>
                </a:solidFill>
              </a:rPr>
              <a:t>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Premium
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126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Multiple ATS-friendly
templates designed by
UI/UX professionals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push dir="l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Built with modern, production-grade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/>
              </a:rPr>
              <a:t>⚛️ 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9260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Vite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Tailwind CSS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Shadcn UI + Radix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Lucide React Icons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Arial"/>
              </a:rPr>
              <a:t>⚙️  BACKEND &amp;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697480"/>
            <a:ext cx="2926080" cy="25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Supabase (PostgreSQL)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Row Level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Edge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Google 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React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Zod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Arial"/>
              </a:rPr>
              <a:t>🛠️  TOOLS &amp; 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697480"/>
            <a:ext cx="292608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glow rad="101600">
              <a:srgbClr val="8B5C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Git &amp;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Vercel (CI/CD)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ESLint + Prettier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Vitest (Testing)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React Hook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rial"/>
              </a:rPr>
              <a:t>▸  jsPDF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wipe dir="r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From raw input to polished resume in 4 simple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5146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Fill in personal details,
education, work experience
via guided multi-step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B82F6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251460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AI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Gemini AI rewrites raw
notes into professional,
action-driven bullet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6B6D4"/>
                </a:solidFill>
                <a:latin typeface="Arial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251460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Live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Instant rendering of
formatted resume with
chosen ATS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12680" y="251460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Score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Get ATS compatibility
score, then one-click
export to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Arial"/>
              </a:rPr>
              <a:t>⚡ End-to-end flow completes in under 2 minutes — no design skills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The multi-step guided form ensures completeness  •  AI suggestions are editable before export  •  Resume score gives actionable improvement tips  •  PDF output is printer-ready at 300 DPI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Product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Landing Page &amp;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47548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nding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11680"/>
            <a:ext cx="90525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228600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Arial"/>
              </a:rPr>
              <a:t>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Hero CTA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6344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Arial"/>
              </a:rPr>
              <a:t>Feature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push dir="l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Product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Resume Builder &amp; AI Score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669280" cy="4572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30352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45920"/>
            <a:ext cx="5669280" cy="4572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30352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00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Arial"/>
              </a:rPr>
              <a:t>Resume Builder (Form + Live Preview)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6400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AI Score &amp; Export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Advantages &amp; USP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Why this stands out from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Arial"/>
              </a:rPr>
              <a:t>✅  AI Resume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4937760" cy="254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glow rad="101600">
              <a:srgbClr val="10B98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100% Free &amp; Open Source — no paywalls, 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Deep AI integration via Google Gemini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941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Instant live preview with zero page reloads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782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Client-side first — your data stays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ATS scoring engine with actionable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Modern React UI — feels like a premium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30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▸  One-click PDF export (watermark-free)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Arial"/>
              </a:rPr>
              <a:t>❌  Traditional Resume Builders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697480"/>
            <a:ext cx="4937760" cy="25400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glow rad="101600">
              <a:srgbClr val="EC4899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Expensive subscriptions ($8–30/month)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284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Basic formatting with no AI writing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30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Slow, server-rendered preview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330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User data sold to third-party advertisers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35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No real ATS analysis — false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Generic templates used by millions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400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▸  Watermarks on free-tier PDF exports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9/9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Arial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Arial"/>
              </a:rPr>
              <a:t>📌  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rial"/>
              </a:rPr>
              <a:t>AI Resume Studio successfully demonstrates a scalable, AI-first approach to resume building. By combining Google Gemini's NLP capabilities with a modern React frontend and Supabase backend, the platform delivers a seamless experience that rivals paid SaaS products — completely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/>
              </a:rPr>
              <a:t>🔮 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0624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448056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3B82F6"/>
                </a:solidFill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94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LinkedIn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One-click profile import
for instant resume creation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20624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448056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✉️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394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Cover Letter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852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Auto-generate tailored
cover letters per 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0" y="448056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8B5CF6"/>
                </a:solidFill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394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Custom CSS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852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Let power users design
their own templates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4480560"/>
            <a:ext cx="914400" cy="914400"/>
          </a:xfrm>
          <a:prstGeom prst="ellipse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10B981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394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rial"/>
              </a:rPr>
              <a:t>Job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852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rial"/>
              </a:rPr>
              <a:t>Direct ATS submission
to partner employers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10/9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>
              <a:alpha val="70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1F5F9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3B82F6"/>
                </a:solidFill>
                <a:latin typeface="Arial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389120"/>
            <a:ext cx="2103120" cy="25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Arial"/>
              </a:rPr>
              <a:t>Vansh Khandekar  •  Final Year Project  •  2025–26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rial"/>
              </a:rPr>
              <a:t>Built with React • TypeScript • Gemini AI •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